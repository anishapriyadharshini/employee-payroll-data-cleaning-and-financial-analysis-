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4"/>
    </p:embeddedFont>
    <p:embeddedFont>
      <p:font typeface="Arial" charset="1" panose="020B0604020202020204"/>
      <p:regular r:id="rId25"/>
    </p:embeddedFont>
    <p:embeddedFont>
      <p:font typeface="TT Ramillas Bold" charset="1" panose="020E0000080000020004"/>
      <p:regular r:id="rId26"/>
    </p:embeddedFont>
    <p:embeddedFont>
      <p:font typeface="TT Rounds Condensed Bold" charset="1" panose="02000806030000020003"/>
      <p:regular r:id="rId28"/>
    </p:embeddedFont>
    <p:embeddedFont>
      <p:font typeface="Calibri (MS)" charset="1" panose="020F0502020204030204"/>
      <p:regular r:id="rId29"/>
    </p:embeddedFont>
    <p:embeddedFont>
      <p:font typeface="Lato Bold" charset="1" panose="020F0502020204030203"/>
      <p:regular r:id="rId31"/>
    </p:embeddedFont>
    <p:embeddedFont>
      <p:font typeface="Lato" charset="1" panose="020F0502020204030203"/>
      <p:regular r:id="rId36"/>
    </p:embeddedFont>
    <p:embeddedFont>
      <p:font typeface="Aptos Bold" charset="1" panose="020B0004020202020204"/>
      <p:regular r:id="rId37"/>
    </p:embeddedFont>
    <p:embeddedFont>
      <p:font typeface="Calibri (MS) Bold" charset="1" panose="020F0702030404030204"/>
      <p:regular r:id="rId38"/>
    </p:embeddedFont>
    <p:embeddedFont>
      <p:font typeface="Aptos" charset="1" panose="020B0004020202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png" Type="http://schemas.openxmlformats.org/officeDocument/2006/relationships/image"/><Relationship Id="rId21" Target="../media/image19.svg" Type="http://schemas.openxmlformats.org/officeDocument/2006/relationships/image"/><Relationship Id="rId22" Target="../media/image20.pn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png" Type="http://schemas.openxmlformats.org/officeDocument/2006/relationships/image"/><Relationship Id="rId27" Target="../media/image25.png" Type="http://schemas.openxmlformats.org/officeDocument/2006/relationships/image"/><Relationship Id="rId28" Target="../media/image26.pn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2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32.pn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33.pn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7547" y="1292228"/>
            <a:ext cx="7232647" cy="996953"/>
            <a:chOff x="0" y="0"/>
            <a:chExt cx="9643529" cy="1329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9609583" cy="1295400"/>
            </a:xfrm>
            <a:custGeom>
              <a:avLst/>
              <a:gdLst/>
              <a:ahLst/>
              <a:cxnLst/>
              <a:rect r="r" b="b" t="t" l="l"/>
              <a:pathLst>
                <a:path h="1295400" w="9609583">
                  <a:moveTo>
                    <a:pt x="0" y="215900"/>
                  </a:moveTo>
                  <a:cubicBezTo>
                    <a:pt x="0" y="96647"/>
                    <a:pt x="98806" y="0"/>
                    <a:pt x="220726" y="0"/>
                  </a:cubicBezTo>
                  <a:lnTo>
                    <a:pt x="9388857" y="0"/>
                  </a:lnTo>
                  <a:cubicBezTo>
                    <a:pt x="9510776" y="0"/>
                    <a:pt x="9609583" y="96647"/>
                    <a:pt x="9609583" y="215900"/>
                  </a:cubicBezTo>
                  <a:lnTo>
                    <a:pt x="9609583" y="1079500"/>
                  </a:lnTo>
                  <a:cubicBezTo>
                    <a:pt x="9609583" y="1198753"/>
                    <a:pt x="9510776" y="1295400"/>
                    <a:pt x="9388857" y="1295400"/>
                  </a:cubicBezTo>
                  <a:lnTo>
                    <a:pt x="220853" y="1295400"/>
                  </a:lnTo>
                  <a:cubicBezTo>
                    <a:pt x="98933" y="1295400"/>
                    <a:pt x="127" y="1198753"/>
                    <a:pt x="127" y="1079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43618" cy="1329182"/>
            </a:xfrm>
            <a:custGeom>
              <a:avLst/>
              <a:gdLst/>
              <a:ahLst/>
              <a:cxnLst/>
              <a:rect r="r" b="b" t="t" l="l"/>
              <a:pathLst>
                <a:path h="1329182" w="9643618">
                  <a:moveTo>
                    <a:pt x="0" y="232791"/>
                  </a:moveTo>
                  <a:cubicBezTo>
                    <a:pt x="0" y="103886"/>
                    <a:pt x="106807" y="0"/>
                    <a:pt x="237744" y="0"/>
                  </a:cubicBezTo>
                  <a:lnTo>
                    <a:pt x="9405874" y="0"/>
                  </a:lnTo>
                  <a:lnTo>
                    <a:pt x="9405874" y="16891"/>
                  </a:lnTo>
                  <a:lnTo>
                    <a:pt x="9405874" y="0"/>
                  </a:lnTo>
                  <a:cubicBezTo>
                    <a:pt x="9536812" y="0"/>
                    <a:pt x="9643618" y="103886"/>
                    <a:pt x="9643618" y="232791"/>
                  </a:cubicBezTo>
                  <a:lnTo>
                    <a:pt x="9626600" y="232791"/>
                  </a:lnTo>
                  <a:lnTo>
                    <a:pt x="9643491" y="232791"/>
                  </a:lnTo>
                  <a:lnTo>
                    <a:pt x="9643491" y="1096391"/>
                  </a:lnTo>
                  <a:lnTo>
                    <a:pt x="9626600" y="1096391"/>
                  </a:lnTo>
                  <a:lnTo>
                    <a:pt x="9643491" y="1096391"/>
                  </a:lnTo>
                  <a:cubicBezTo>
                    <a:pt x="9643491" y="1225296"/>
                    <a:pt x="9536684" y="1329182"/>
                    <a:pt x="9405747" y="1329182"/>
                  </a:cubicBezTo>
                  <a:lnTo>
                    <a:pt x="9405747" y="1312291"/>
                  </a:lnTo>
                  <a:lnTo>
                    <a:pt x="9405747" y="1329182"/>
                  </a:lnTo>
                  <a:lnTo>
                    <a:pt x="237744" y="1329182"/>
                  </a:lnTo>
                  <a:lnTo>
                    <a:pt x="237744" y="1312291"/>
                  </a:lnTo>
                  <a:lnTo>
                    <a:pt x="237744" y="1329182"/>
                  </a:lnTo>
                  <a:cubicBezTo>
                    <a:pt x="106807" y="1329309"/>
                    <a:pt x="0" y="1225423"/>
                    <a:pt x="0" y="1096391"/>
                  </a:cubicBezTo>
                  <a:lnTo>
                    <a:pt x="0" y="232791"/>
                  </a:lnTo>
                  <a:lnTo>
                    <a:pt x="16891" y="232791"/>
                  </a:lnTo>
                  <a:lnTo>
                    <a:pt x="0" y="232791"/>
                  </a:lnTo>
                  <a:moveTo>
                    <a:pt x="33909" y="232791"/>
                  </a:moveTo>
                  <a:lnTo>
                    <a:pt x="33909" y="1096391"/>
                  </a:lnTo>
                  <a:lnTo>
                    <a:pt x="16891" y="1096391"/>
                  </a:lnTo>
                  <a:lnTo>
                    <a:pt x="33909" y="1096391"/>
                  </a:lnTo>
                  <a:cubicBezTo>
                    <a:pt x="33909" y="1205992"/>
                    <a:pt x="124714" y="1295400"/>
                    <a:pt x="237744" y="1295400"/>
                  </a:cubicBezTo>
                  <a:lnTo>
                    <a:pt x="9405874" y="1295400"/>
                  </a:lnTo>
                  <a:cubicBezTo>
                    <a:pt x="9518777" y="1295400"/>
                    <a:pt x="9609710" y="1205992"/>
                    <a:pt x="9609710" y="1096391"/>
                  </a:cubicBezTo>
                  <a:lnTo>
                    <a:pt x="9609710" y="232791"/>
                  </a:lnTo>
                  <a:cubicBezTo>
                    <a:pt x="9609710" y="123317"/>
                    <a:pt x="9518777" y="33782"/>
                    <a:pt x="9405874" y="33782"/>
                  </a:cubicBezTo>
                  <a:lnTo>
                    <a:pt x="237744" y="33782"/>
                  </a:lnTo>
                  <a:lnTo>
                    <a:pt x="237744" y="16891"/>
                  </a:lnTo>
                  <a:lnTo>
                    <a:pt x="237744" y="33909"/>
                  </a:lnTo>
                  <a:cubicBezTo>
                    <a:pt x="124714" y="33909"/>
                    <a:pt x="33909" y="123317"/>
                    <a:pt x="33909" y="232791"/>
                  </a:cubicBezTo>
                  <a:close/>
                </a:path>
              </a:pathLst>
            </a:custGeom>
            <a:solidFill>
              <a:srgbClr val="1D63B5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-143780"/>
            <a:ext cx="8305800" cy="394611"/>
          </a:xfrm>
          <a:custGeom>
            <a:avLst/>
            <a:gdLst/>
            <a:ahLst/>
            <a:cxnLst/>
            <a:rect r="r" b="b" t="t" l="l"/>
            <a:pathLst>
              <a:path h="394611" w="8305800">
                <a:moveTo>
                  <a:pt x="0" y="0"/>
                </a:moveTo>
                <a:lnTo>
                  <a:pt x="8305800" y="0"/>
                </a:lnTo>
                <a:lnTo>
                  <a:pt x="8305800" y="394611"/>
                </a:lnTo>
                <a:lnTo>
                  <a:pt x="0" y="3946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892389"/>
            <a:ext cx="15141578" cy="394611"/>
          </a:xfrm>
          <a:custGeom>
            <a:avLst/>
            <a:gdLst/>
            <a:ahLst/>
            <a:cxnLst/>
            <a:rect r="r" b="b" t="t" l="l"/>
            <a:pathLst>
              <a:path h="394611" w="15141578">
                <a:moveTo>
                  <a:pt x="0" y="0"/>
                </a:moveTo>
                <a:lnTo>
                  <a:pt x="15141578" y="0"/>
                </a:lnTo>
                <a:lnTo>
                  <a:pt x="15141578" y="394611"/>
                </a:lnTo>
                <a:lnTo>
                  <a:pt x="0" y="394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69134" y="-3793284"/>
            <a:ext cx="9614668" cy="9614668"/>
          </a:xfrm>
          <a:custGeom>
            <a:avLst/>
            <a:gdLst/>
            <a:ahLst/>
            <a:cxnLst/>
            <a:rect r="r" b="b" t="t" l="l"/>
            <a:pathLst>
              <a:path h="9614668" w="9614668">
                <a:moveTo>
                  <a:pt x="0" y="0"/>
                </a:moveTo>
                <a:lnTo>
                  <a:pt x="9614668" y="0"/>
                </a:lnTo>
                <a:lnTo>
                  <a:pt x="9614668" y="9614669"/>
                </a:lnTo>
                <a:lnTo>
                  <a:pt x="0" y="9614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03622" y="-1814551"/>
            <a:ext cx="6873326" cy="6873326"/>
          </a:xfrm>
          <a:custGeom>
            <a:avLst/>
            <a:gdLst/>
            <a:ahLst/>
            <a:cxnLst/>
            <a:rect r="r" b="b" t="t" l="l"/>
            <a:pathLst>
              <a:path h="6873326" w="6873326">
                <a:moveTo>
                  <a:pt x="0" y="0"/>
                </a:moveTo>
                <a:lnTo>
                  <a:pt x="6873325" y="0"/>
                </a:lnTo>
                <a:lnTo>
                  <a:pt x="6873325" y="6873326"/>
                </a:lnTo>
                <a:lnTo>
                  <a:pt x="0" y="6873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08213" y="-3343913"/>
            <a:ext cx="6947487" cy="6947487"/>
          </a:xfrm>
          <a:custGeom>
            <a:avLst/>
            <a:gdLst/>
            <a:ahLst/>
            <a:cxnLst/>
            <a:rect r="r" b="b" t="t" l="l"/>
            <a:pathLst>
              <a:path h="6947487" w="6947487">
                <a:moveTo>
                  <a:pt x="0" y="0"/>
                </a:moveTo>
                <a:lnTo>
                  <a:pt x="6947488" y="0"/>
                </a:lnTo>
                <a:lnTo>
                  <a:pt x="6947488" y="6947487"/>
                </a:lnTo>
                <a:lnTo>
                  <a:pt x="0" y="69474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60384" y="5271335"/>
            <a:ext cx="9614668" cy="9614668"/>
          </a:xfrm>
          <a:custGeom>
            <a:avLst/>
            <a:gdLst/>
            <a:ahLst/>
            <a:cxnLst/>
            <a:rect r="r" b="b" t="t" l="l"/>
            <a:pathLst>
              <a:path h="9614668" w="9614668">
                <a:moveTo>
                  <a:pt x="0" y="0"/>
                </a:moveTo>
                <a:lnTo>
                  <a:pt x="9614668" y="0"/>
                </a:lnTo>
                <a:lnTo>
                  <a:pt x="9614668" y="9614668"/>
                </a:lnTo>
                <a:lnTo>
                  <a:pt x="0" y="96146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23302" y="6042127"/>
            <a:ext cx="4758499" cy="4758499"/>
          </a:xfrm>
          <a:custGeom>
            <a:avLst/>
            <a:gdLst/>
            <a:ahLst/>
            <a:cxnLst/>
            <a:rect r="r" b="b" t="t" l="l"/>
            <a:pathLst>
              <a:path h="4758499" w="4758499">
                <a:moveTo>
                  <a:pt x="0" y="0"/>
                </a:moveTo>
                <a:lnTo>
                  <a:pt x="4758500" y="0"/>
                </a:lnTo>
                <a:lnTo>
                  <a:pt x="4758500" y="4758499"/>
                </a:lnTo>
                <a:lnTo>
                  <a:pt x="0" y="47584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39525" y="1536697"/>
            <a:ext cx="6953250" cy="6953250"/>
          </a:xfrm>
          <a:custGeom>
            <a:avLst/>
            <a:gdLst/>
            <a:ahLst/>
            <a:cxnLst/>
            <a:rect r="r" b="b" t="t" l="l"/>
            <a:pathLst>
              <a:path h="6953250" w="6953250">
                <a:moveTo>
                  <a:pt x="0" y="0"/>
                </a:moveTo>
                <a:lnTo>
                  <a:pt x="6953250" y="0"/>
                </a:lnTo>
                <a:lnTo>
                  <a:pt x="695325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629775" y="984247"/>
            <a:ext cx="1714500" cy="320678"/>
            <a:chOff x="0" y="0"/>
            <a:chExt cx="2286000" cy="4275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0" cy="427609"/>
            </a:xfrm>
            <a:custGeom>
              <a:avLst/>
              <a:gdLst/>
              <a:ahLst/>
              <a:cxnLst/>
              <a:rect r="r" b="b" t="t" l="l"/>
              <a:pathLst>
                <a:path h="427609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27609"/>
                  </a:lnTo>
                  <a:lnTo>
                    <a:pt x="0" y="427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122" t="0" r="-122" b="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71947" y="8766172"/>
            <a:ext cx="1714500" cy="317497"/>
            <a:chOff x="0" y="0"/>
            <a:chExt cx="2286000" cy="4233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0" cy="423291"/>
            </a:xfrm>
            <a:custGeom>
              <a:avLst/>
              <a:gdLst/>
              <a:ahLst/>
              <a:cxnLst/>
              <a:rect r="r" b="b" t="t" l="l"/>
              <a:pathLst>
                <a:path h="423291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23291"/>
                  </a:lnTo>
                  <a:lnTo>
                    <a:pt x="0" y="42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75" r="0" b="-38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452972" y="9144000"/>
            <a:ext cx="1714500" cy="320678"/>
            <a:chOff x="0" y="0"/>
            <a:chExt cx="2286000" cy="4275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0" cy="427609"/>
            </a:xfrm>
            <a:custGeom>
              <a:avLst/>
              <a:gdLst/>
              <a:ahLst/>
              <a:cxnLst/>
              <a:rect r="r" b="b" t="t" l="l"/>
              <a:pathLst>
                <a:path h="427609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27609"/>
                  </a:lnTo>
                  <a:lnTo>
                    <a:pt x="0" y="427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122" t="0" r="-122" b="8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-38100" y="5857875"/>
            <a:ext cx="8449837" cy="860422"/>
          </a:xfrm>
          <a:custGeom>
            <a:avLst/>
            <a:gdLst/>
            <a:ahLst/>
            <a:cxnLst/>
            <a:rect r="r" b="b" t="t" l="l"/>
            <a:pathLst>
              <a:path h="860422" w="8449837">
                <a:moveTo>
                  <a:pt x="0" y="0"/>
                </a:moveTo>
                <a:lnTo>
                  <a:pt x="8449837" y="0"/>
                </a:lnTo>
                <a:lnTo>
                  <a:pt x="8449837" y="860422"/>
                </a:lnTo>
                <a:lnTo>
                  <a:pt x="0" y="86042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5350" y="6019800"/>
            <a:ext cx="7620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b="true" sz="2799" spc="11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PRESENTATION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9405" y="7282786"/>
            <a:ext cx="3267075" cy="33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9405" y="7489822"/>
            <a:ext cx="5150910" cy="57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400" b="true">
                <a:solidFill>
                  <a:srgbClr val="0D358D"/>
                </a:solidFill>
                <a:latin typeface="Arial Bold"/>
                <a:ea typeface="Arial Bold"/>
                <a:cs typeface="Arial Bold"/>
                <a:sym typeface="Arial Bold"/>
              </a:rPr>
              <a:t>A.R. Anisha Priyatharshini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93805" y="7301846"/>
            <a:ext cx="790575" cy="762000"/>
            <a:chOff x="0" y="0"/>
            <a:chExt cx="1054100" cy="1016000"/>
          </a:xfrm>
        </p:grpSpPr>
        <p:sp>
          <p:nvSpPr>
            <p:cNvPr name="Freeform 28" id="28" descr="A blue circle with a person and a envelope in it  AI-generated content may be incorrect."/>
            <p:cNvSpPr/>
            <p:nvPr/>
          </p:nvSpPr>
          <p:spPr>
            <a:xfrm flipH="false" flipV="false" rot="0">
              <a:off x="0" y="0"/>
              <a:ext cx="10541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54100">
                  <a:moveTo>
                    <a:pt x="0" y="0"/>
                  </a:moveTo>
                  <a:lnTo>
                    <a:pt x="1054100" y="0"/>
                  </a:lnTo>
                  <a:lnTo>
                    <a:pt x="10541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58932" t="-5607" r="-61326" b="-12291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827625" y="7254878"/>
            <a:ext cx="3619500" cy="33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Email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27625" y="7461914"/>
            <a:ext cx="5427631" cy="57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400" b="true">
                <a:solidFill>
                  <a:srgbClr val="0D358D"/>
                </a:solidFill>
                <a:latin typeface="Arial Bold"/>
                <a:ea typeface="Arial Bold"/>
                <a:cs typeface="Arial Bold"/>
                <a:sym typeface="Arial Bold"/>
              </a:rPr>
              <a:t>anishapriyadharshini12@gmail.com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776284" y="7221264"/>
            <a:ext cx="793747" cy="777878"/>
            <a:chOff x="0" y="0"/>
            <a:chExt cx="1058329" cy="1037171"/>
          </a:xfrm>
        </p:grpSpPr>
        <p:sp>
          <p:nvSpPr>
            <p:cNvPr name="Freeform 32" id="32" descr="A blue circle with a person and a envelope in it  AI-generated content may be incorrect."/>
            <p:cNvSpPr/>
            <p:nvPr/>
          </p:nvSpPr>
          <p:spPr>
            <a:xfrm flipH="false" flipV="false" rot="0">
              <a:off x="0" y="0"/>
              <a:ext cx="1058291" cy="1037209"/>
            </a:xfrm>
            <a:custGeom>
              <a:avLst/>
              <a:gdLst/>
              <a:ahLst/>
              <a:cxnLst/>
              <a:rect r="r" b="b" t="t" l="l"/>
              <a:pathLst>
                <a:path h="1037209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1037209"/>
                  </a:lnTo>
                  <a:lnTo>
                    <a:pt x="0" y="1037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58142" t="-115691" r="-58330" b="-5181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18930" y="8623964"/>
            <a:ext cx="3620643" cy="34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Mentor 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8930" y="8851811"/>
            <a:ext cx="4546597" cy="57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400" b="true">
                <a:solidFill>
                  <a:srgbClr val="0D358D"/>
                </a:solidFill>
                <a:latin typeface="Arial Bold"/>
                <a:ea typeface="Arial Bold"/>
                <a:cs typeface="Arial Bold"/>
                <a:sym typeface="Arial Bold"/>
              </a:rPr>
              <a:t>Uma Maheshwari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28733" y="8542191"/>
            <a:ext cx="752475" cy="762000"/>
            <a:chOff x="0" y="0"/>
            <a:chExt cx="100330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33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03300">
                  <a:moveTo>
                    <a:pt x="0" y="0"/>
                  </a:moveTo>
                  <a:lnTo>
                    <a:pt x="1003300" y="0"/>
                  </a:lnTo>
                  <a:lnTo>
                    <a:pt x="10033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64860" t="-14915" r="-65878" b="-11294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2703" y="1539878"/>
            <a:ext cx="1782813" cy="447789"/>
            <a:chOff x="0" y="0"/>
            <a:chExt cx="2377084" cy="597052"/>
          </a:xfrm>
        </p:grpSpPr>
        <p:sp>
          <p:nvSpPr>
            <p:cNvPr name="Freeform 38" id="38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377059" cy="597027"/>
            </a:xfrm>
            <a:custGeom>
              <a:avLst/>
              <a:gdLst/>
              <a:ahLst/>
              <a:cxnLst/>
              <a:rect r="r" b="b" t="t" l="l"/>
              <a:pathLst>
                <a:path h="597027" w="2377059">
                  <a:moveTo>
                    <a:pt x="0" y="0"/>
                  </a:moveTo>
                  <a:lnTo>
                    <a:pt x="2377059" y="0"/>
                  </a:lnTo>
                  <a:lnTo>
                    <a:pt x="2377059" y="597027"/>
                  </a:lnTo>
                  <a:lnTo>
                    <a:pt x="0" y="597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-72" b="-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795000" y="1539878"/>
            <a:ext cx="1590046" cy="517522"/>
            <a:chOff x="0" y="0"/>
            <a:chExt cx="2120062" cy="690029"/>
          </a:xfrm>
        </p:grpSpPr>
        <p:sp>
          <p:nvSpPr>
            <p:cNvPr name="Freeform 40" id="40" descr="A close up of a logo  AI-generated content may be incorrect."/>
            <p:cNvSpPr/>
            <p:nvPr/>
          </p:nvSpPr>
          <p:spPr>
            <a:xfrm flipH="false" flipV="false" rot="0">
              <a:off x="0" y="0"/>
              <a:ext cx="2120011" cy="689991"/>
            </a:xfrm>
            <a:custGeom>
              <a:avLst/>
              <a:gdLst/>
              <a:ahLst/>
              <a:cxnLst/>
              <a:rect r="r" b="b" t="t" l="l"/>
              <a:pathLst>
                <a:path h="689991" w="2120011">
                  <a:moveTo>
                    <a:pt x="0" y="0"/>
                  </a:moveTo>
                  <a:lnTo>
                    <a:pt x="2120011" y="0"/>
                  </a:lnTo>
                  <a:lnTo>
                    <a:pt x="2120011" y="689991"/>
                  </a:lnTo>
                  <a:lnTo>
                    <a:pt x="0" y="68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-74" b="-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-3404040">
            <a:off x="11607803" y="4619625"/>
            <a:ext cx="5667375" cy="219075"/>
            <a:chOff x="0" y="0"/>
            <a:chExt cx="7556500" cy="292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56500" cy="292100"/>
            </a:xfrm>
            <a:custGeom>
              <a:avLst/>
              <a:gdLst/>
              <a:ahLst/>
              <a:cxnLst/>
              <a:rect r="r" b="b" t="t" l="l"/>
              <a:pathLst>
                <a:path h="292100" w="7556500">
                  <a:moveTo>
                    <a:pt x="0" y="0"/>
                  </a:moveTo>
                  <a:lnTo>
                    <a:pt x="7556500" y="0"/>
                  </a:lnTo>
                  <a:lnTo>
                    <a:pt x="75565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-3404040">
            <a:off x="12292012" y="4827584"/>
            <a:ext cx="4940303" cy="219075"/>
            <a:chOff x="0" y="0"/>
            <a:chExt cx="6587071" cy="292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7109" cy="292100"/>
            </a:xfrm>
            <a:custGeom>
              <a:avLst/>
              <a:gdLst/>
              <a:ahLst/>
              <a:cxnLst/>
              <a:rect r="r" b="b" t="t" l="l"/>
              <a:pathLst>
                <a:path h="292100" w="6587109">
                  <a:moveTo>
                    <a:pt x="0" y="0"/>
                  </a:moveTo>
                  <a:lnTo>
                    <a:pt x="6587109" y="0"/>
                  </a:lnTo>
                  <a:lnTo>
                    <a:pt x="6587109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-3404040">
            <a:off x="12963525" y="5057775"/>
            <a:ext cx="4206878" cy="219075"/>
            <a:chOff x="0" y="0"/>
            <a:chExt cx="5609171" cy="292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9209" cy="292100"/>
            </a:xfrm>
            <a:custGeom>
              <a:avLst/>
              <a:gdLst/>
              <a:ahLst/>
              <a:cxnLst/>
              <a:rect r="r" b="b" t="t" l="l"/>
              <a:pathLst>
                <a:path h="292100" w="5609209">
                  <a:moveTo>
                    <a:pt x="0" y="0"/>
                  </a:moveTo>
                  <a:lnTo>
                    <a:pt x="5609209" y="0"/>
                  </a:lnTo>
                  <a:lnTo>
                    <a:pt x="5609209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-3404040">
            <a:off x="13471522" y="5295900"/>
            <a:ext cx="3743325" cy="231772"/>
            <a:chOff x="0" y="0"/>
            <a:chExt cx="4991100" cy="3090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91100" cy="308991"/>
            </a:xfrm>
            <a:custGeom>
              <a:avLst/>
              <a:gdLst/>
              <a:ahLst/>
              <a:cxnLst/>
              <a:rect r="r" b="b" t="t" l="l"/>
              <a:pathLst>
                <a:path h="308991" w="4991100">
                  <a:moveTo>
                    <a:pt x="0" y="0"/>
                  </a:moveTo>
                  <a:lnTo>
                    <a:pt x="4991100" y="0"/>
                  </a:lnTo>
                  <a:lnTo>
                    <a:pt x="4991100" y="308991"/>
                  </a:lnTo>
                  <a:lnTo>
                    <a:pt x="0" y="308991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46072" y="2092328"/>
            <a:ext cx="7708897" cy="3698872"/>
            <a:chOff x="0" y="0"/>
            <a:chExt cx="10278529" cy="49318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78491" cy="4931791"/>
            </a:xfrm>
            <a:custGeom>
              <a:avLst/>
              <a:gdLst/>
              <a:ahLst/>
              <a:cxnLst/>
              <a:rect r="r" b="b" t="t" l="l"/>
              <a:pathLst>
                <a:path h="4931791" w="10278491">
                  <a:moveTo>
                    <a:pt x="0" y="0"/>
                  </a:moveTo>
                  <a:lnTo>
                    <a:pt x="10278491" y="0"/>
                  </a:lnTo>
                  <a:lnTo>
                    <a:pt x="10278491" y="4931791"/>
                  </a:lnTo>
                  <a:lnTo>
                    <a:pt x="0" y="493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-2459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37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0549" y="2955227"/>
            <a:ext cx="6562382" cy="445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b="true" sz="5599" spc="-25">
                <a:solidFill>
                  <a:srgbClr val="1F3762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Project Title :</a:t>
            </a:r>
          </a:p>
          <a:p>
            <a:pPr algn="l">
              <a:lnSpc>
                <a:spcPts val="6048"/>
              </a:lnSpc>
            </a:pPr>
          </a:p>
          <a:p>
            <a:pPr algn="l">
              <a:lnSpc>
                <a:spcPts val="6048"/>
              </a:lnSpc>
            </a:pPr>
            <a:r>
              <a:rPr lang="en-US" b="true" sz="5599" spc="-25">
                <a:solidFill>
                  <a:srgbClr val="1F3762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Employee Payroll Data Cleaning And Financial Analysis</a:t>
            </a:r>
          </a:p>
          <a:p>
            <a:pPr algn="l">
              <a:lnSpc>
                <a:spcPts val="604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153524" y="835619"/>
            <a:ext cx="10138353" cy="9265615"/>
            <a:chOff x="0" y="0"/>
            <a:chExt cx="13517804" cy="12354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17753" cy="12354179"/>
            </a:xfrm>
            <a:custGeom>
              <a:avLst/>
              <a:gdLst/>
              <a:ahLst/>
              <a:cxnLst/>
              <a:rect r="r" b="b" t="t" l="l"/>
              <a:pathLst>
                <a:path h="12354179" w="13517753">
                  <a:moveTo>
                    <a:pt x="0" y="0"/>
                  </a:moveTo>
                  <a:lnTo>
                    <a:pt x="13517753" y="0"/>
                  </a:lnTo>
                  <a:lnTo>
                    <a:pt x="13517753" y="12354179"/>
                  </a:lnTo>
                  <a:lnTo>
                    <a:pt x="0" y="1235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64" t="0" r="-587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9055341" y="1043702"/>
            <a:ext cx="185042" cy="18310793"/>
            <a:chOff x="0" y="0"/>
            <a:chExt cx="246723" cy="24414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6761" cy="24414353"/>
            </a:xfrm>
            <a:custGeom>
              <a:avLst/>
              <a:gdLst/>
              <a:ahLst/>
              <a:cxnLst/>
              <a:rect r="r" b="b" t="t" l="l"/>
              <a:pathLst>
                <a:path h="24414353" w="246761">
                  <a:moveTo>
                    <a:pt x="246761" y="0"/>
                  </a:moveTo>
                  <a:lnTo>
                    <a:pt x="0" y="0"/>
                  </a:lnTo>
                  <a:lnTo>
                    <a:pt x="0" y="24414353"/>
                  </a:lnTo>
                  <a:lnTo>
                    <a:pt x="246761" y="24414353"/>
                  </a:lnTo>
                  <a:close/>
                </a:path>
              </a:pathLst>
            </a:custGeom>
            <a:gradFill rotWithShape="true">
              <a:gsLst>
                <a:gs pos="0">
                  <a:srgbClr val="5B9BD5">
                    <a:alpha val="100000"/>
                  </a:srgbClr>
                </a:gs>
                <a:gs pos="100000">
                  <a:srgbClr val="ED7D31">
                    <a:alpha val="100000"/>
                  </a:srgbClr>
                </a:gs>
              </a:gsLst>
              <a:lin ang="18000000"/>
            </a:gradFill>
          </p:spPr>
        </p:sp>
      </p:grpSp>
      <p:grpSp>
        <p:nvGrpSpPr>
          <p:cNvPr name="Group 11" id="11"/>
          <p:cNvGrpSpPr/>
          <p:nvPr/>
        </p:nvGrpSpPr>
        <p:grpSpPr>
          <a:xfrm rot="-5400000">
            <a:off x="13764606" y="5752967"/>
            <a:ext cx="185042" cy="8892264"/>
            <a:chOff x="0" y="0"/>
            <a:chExt cx="246723" cy="118563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761" cy="11856339"/>
            </a:xfrm>
            <a:custGeom>
              <a:avLst/>
              <a:gdLst/>
              <a:ahLst/>
              <a:cxnLst/>
              <a:rect r="r" b="b" t="t" l="l"/>
              <a:pathLst>
                <a:path h="11856339" w="246761">
                  <a:moveTo>
                    <a:pt x="0" y="0"/>
                  </a:moveTo>
                  <a:lnTo>
                    <a:pt x="246761" y="0"/>
                  </a:lnTo>
                  <a:lnTo>
                    <a:pt x="246761" y="11856339"/>
                  </a:lnTo>
                  <a:lnTo>
                    <a:pt x="0" y="11856339"/>
                  </a:lnTo>
                  <a:close/>
                </a:path>
              </a:pathLst>
            </a:custGeom>
            <a:gradFill rotWithShape="true">
              <a:gsLst>
                <a:gs pos="19000">
                  <a:srgbClr val="5B9BD5">
                    <a:alpha val="0"/>
                  </a:srgbClr>
                </a:gs>
                <a:gs pos="100000">
                  <a:srgbClr val="9DC3E6">
                    <a:alpha val="100000"/>
                  </a:srgbClr>
                </a:gs>
              </a:gsLst>
              <a:lin ang="6000000"/>
            </a:gra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6503" y="488632"/>
            <a:ext cx="7937497" cy="2443162"/>
            <a:chOff x="0" y="0"/>
            <a:chExt cx="10583329" cy="3257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83328" cy="3257552"/>
            </a:xfrm>
            <a:custGeom>
              <a:avLst/>
              <a:gdLst/>
              <a:ahLst/>
              <a:cxnLst/>
              <a:rect r="r" b="b" t="t" l="l"/>
              <a:pathLst>
                <a:path h="3257552" w="10583328">
                  <a:moveTo>
                    <a:pt x="0" y="0"/>
                  </a:moveTo>
                  <a:lnTo>
                    <a:pt x="10583328" y="0"/>
                  </a:lnTo>
                  <a:lnTo>
                    <a:pt x="10583328" y="3257552"/>
                  </a:lnTo>
                  <a:lnTo>
                    <a:pt x="0" y="32575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304" r="0" b="-133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10583329" cy="32004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spc="-36">
                  <a:solidFill>
                    <a:srgbClr val="1565C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Outline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84980" y="1180005"/>
            <a:ext cx="7566672" cy="7926989"/>
          </a:xfrm>
          <a:custGeom>
            <a:avLst/>
            <a:gdLst/>
            <a:ahLst/>
            <a:cxnLst/>
            <a:rect r="r" b="b" t="t" l="l"/>
            <a:pathLst>
              <a:path h="7926989" w="7566672">
                <a:moveTo>
                  <a:pt x="0" y="0"/>
                </a:moveTo>
                <a:lnTo>
                  <a:pt x="7566672" y="0"/>
                </a:lnTo>
                <a:lnTo>
                  <a:pt x="7566672" y="7926990"/>
                </a:lnTo>
                <a:lnTo>
                  <a:pt x="0" y="79269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109" t="-2174" r="-12367" b="-1282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451678"/>
            <a:ext cx="11513561" cy="461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Abstract of the Project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Solution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 Demo of the Project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Embedded Video of Project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algn="l" marL="1003147" indent="-501574" lvl="1">
              <a:lnSpc>
                <a:spcPts val="4489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Scope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1952" y="1241422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Abstract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52347" y="1679572"/>
            <a:ext cx="5591175" cy="5162550"/>
            <a:chOff x="0" y="0"/>
            <a:chExt cx="7454900" cy="688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549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454900">
                  <a:moveTo>
                    <a:pt x="0" y="0"/>
                  </a:moveTo>
                  <a:lnTo>
                    <a:pt x="7454900" y="0"/>
                  </a:lnTo>
                  <a:lnTo>
                    <a:pt x="7454900" y="6883400"/>
                  </a:lnTo>
                  <a:lnTo>
                    <a:pt x="0" y="688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916" r="0" b="-291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2770" y="2716476"/>
            <a:ext cx="10414713" cy="130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12" indent="-306756" lvl="1">
              <a:lnSpc>
                <a:spcPts val="3051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project, Employee Payroll Data Cleaning And Financial Analysis, focuses on transforming raw payroll data into meaningful financial insights.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1083" y="3950423"/>
            <a:ext cx="10656889" cy="130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12" indent="-306756" lvl="1">
              <a:lnSpc>
                <a:spcPts val="3051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Objective: To clean and standardize employee payroll records and analyze salary-related information for better financial understanding and decision-making.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083" y="5306919"/>
            <a:ext cx="10656889" cy="91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12" indent="-306756" lvl="1">
              <a:lnSpc>
                <a:spcPts val="3051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Tools: Excel (Formulas), Power BI (Dashboards, Charts, KPI Cards), AI Tools (ChatGPT &amp; Microsoft Copilot)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9397" y="6273936"/>
            <a:ext cx="10581936" cy="130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12" indent="-306756" lvl="1">
              <a:lnSpc>
                <a:spcPts val="3051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outcomes: Include cleaned payroll datasets, interactive dashboards, department-wise salary analysis, payroll summaries, and AI-assisted insights for payroll management.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397" y="7631470"/>
            <a:ext cx="12329546" cy="130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512" indent="-306756" lvl="1">
              <a:lnSpc>
                <a:spcPts val="3051"/>
              </a:lnSpc>
              <a:buFont typeface="Arial"/>
              <a:buChar char="•"/>
            </a:pPr>
            <a:r>
              <a:rPr lang="en-US" sz="254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Highlight: The employee payroll dataset is cleaned using preprocessing techniques such as duplicate removal, formatting, and standardization, followed by financial visualization and dashboard creation enhanced with AI assistance.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50258" y="1153158"/>
            <a:ext cx="6257925" cy="6257925"/>
            <a:chOff x="0" y="0"/>
            <a:chExt cx="8343900" cy="8343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43900" cy="8343900"/>
            </a:xfrm>
            <a:custGeom>
              <a:avLst/>
              <a:gdLst/>
              <a:ahLst/>
              <a:cxnLst/>
              <a:rect r="r" b="b" t="t" l="l"/>
              <a:pathLst>
                <a:path h="8343900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8343900"/>
                  </a:lnTo>
                  <a:lnTo>
                    <a:pt x="0" y="834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7" y="1222372"/>
            <a:ext cx="16459200" cy="879472"/>
            <a:chOff x="0" y="0"/>
            <a:chExt cx="21945600" cy="11726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172632"/>
            </a:xfrm>
            <a:custGeom>
              <a:avLst/>
              <a:gdLst/>
              <a:ahLst/>
              <a:cxnLst/>
              <a:rect r="r" b="b" t="t" l="l"/>
              <a:pathLst>
                <a:path h="117263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2632"/>
                  </a:lnTo>
                  <a:lnTo>
                    <a:pt x="0" y="11726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4659" r="0" b="-3146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182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Problem Statement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1297" y="2933582"/>
            <a:ext cx="8941490" cy="338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036" indent="-362018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Organizations manage large volumes of employee payroll records containing salary, allowances, bonuses, tax deductions, and department information.</a:t>
            </a:r>
          </a:p>
          <a:p>
            <a:pPr algn="l" marL="724036" indent="-362018" lvl="1">
              <a:lnSpc>
                <a:spcPts val="3600"/>
              </a:lnSpc>
            </a:pPr>
          </a:p>
          <a:p>
            <a:pPr algn="l" marL="724036" indent="-362018" lvl="1">
              <a:lnSpc>
                <a:spcPts val="3600"/>
              </a:lnSpc>
            </a:pPr>
          </a:p>
          <a:p>
            <a:pPr algn="l" marL="724036" indent="-362018" lvl="1">
              <a:lnSpc>
                <a:spcPts val="36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1297" y="5053693"/>
            <a:ext cx="8941490" cy="107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036" indent="-362018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Difficulty in identifying top-performing products, regional variations, and discount effectiveness.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297" y="6482712"/>
            <a:ext cx="10197839" cy="113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036" indent="-362018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Managers struggle to convert raw data into actionable insights.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297" y="7971268"/>
            <a:ext cx="13484583" cy="107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036" indent="-362018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addresses the inefficiency of raw datasets, the gap between data and insights, and the need for AI-driven storytelling to complement dashboards.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87724" y="1893968"/>
            <a:ext cx="7582729" cy="6499063"/>
            <a:chOff x="0" y="0"/>
            <a:chExt cx="10811929" cy="92667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11891" cy="9266809"/>
            </a:xfrm>
            <a:custGeom>
              <a:avLst/>
              <a:gdLst/>
              <a:ahLst/>
              <a:cxnLst/>
              <a:rect r="r" b="b" t="t" l="l"/>
              <a:pathLst>
                <a:path h="9266809" w="10811891">
                  <a:moveTo>
                    <a:pt x="0" y="0"/>
                  </a:moveTo>
                  <a:lnTo>
                    <a:pt x="10811891" y="0"/>
                  </a:lnTo>
                  <a:lnTo>
                    <a:pt x="10811891" y="9266809"/>
                  </a:lnTo>
                  <a:lnTo>
                    <a:pt x="0" y="9266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5161" y="1230749"/>
            <a:ext cx="16459200" cy="876300"/>
            <a:chOff x="0" y="0"/>
            <a:chExt cx="21945600" cy="116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Proposed Solution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5161" y="2876410"/>
            <a:ext cx="10234231" cy="589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281" indent="-318641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Collecting and understanding the Employee Payroll Dataset.</a:t>
            </a:r>
          </a:p>
          <a:p>
            <a:pPr algn="l" marL="637281" indent="-318641" lvl="1">
              <a:lnSpc>
                <a:spcPts val="3169"/>
              </a:lnSpc>
            </a:pPr>
          </a:p>
          <a:p>
            <a:pPr algn="l" marL="637281" indent="-318641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Cleaning and preprocessing the data: (handling duplicates, inconsistent salary formats, and date standardization).</a:t>
            </a:r>
          </a:p>
          <a:p>
            <a:pPr algn="l" marL="637281" indent="-318641" lvl="1">
              <a:lnSpc>
                <a:spcPts val="3169"/>
              </a:lnSpc>
            </a:pPr>
          </a:p>
          <a:p>
            <a:pPr algn="l" marL="637281" indent="-318641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Applying payroll financial analysis: (department-wise salary analysis, tax deduction analysis, employee distribution).</a:t>
            </a:r>
          </a:p>
          <a:p>
            <a:pPr algn="l" marL="637281" indent="-318641" lvl="1">
              <a:lnSpc>
                <a:spcPts val="3169"/>
              </a:lnSpc>
            </a:pPr>
          </a:p>
          <a:p>
            <a:pPr algn="l" marL="637281" indent="-318641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interactive dashboards with: (KPIs such as total employees, total net salary, allowances, and average salary).</a:t>
            </a:r>
          </a:p>
          <a:p>
            <a:pPr algn="l" marL="637281" indent="-318641" lvl="1">
              <a:lnSpc>
                <a:spcPts val="3169"/>
              </a:lnSpc>
            </a:pPr>
          </a:p>
          <a:p>
            <a:pPr algn="l" marL="637281" indent="-318641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Integrating AI tools: Microsoft Copilot and ChatGPT for data cleaning guidance, financial insights, and dashboard assistance.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9897" y="1206503"/>
            <a:ext cx="17373600" cy="876300"/>
            <a:chOff x="0" y="0"/>
            <a:chExt cx="231648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648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5263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1648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System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9897" y="2486025"/>
            <a:ext cx="8229600" cy="768353"/>
            <a:chOff x="0" y="0"/>
            <a:chExt cx="10972800" cy="1024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334375" y="2486025"/>
            <a:ext cx="641347" cy="768353"/>
            <a:chOff x="0" y="0"/>
            <a:chExt cx="855129" cy="1024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5091" cy="1024509"/>
            </a:xfrm>
            <a:custGeom>
              <a:avLst/>
              <a:gdLst/>
              <a:ahLst/>
              <a:cxnLst/>
              <a:rect r="r" b="b" t="t" l="l"/>
              <a:pathLst>
                <a:path h="1024509" w="855091">
                  <a:moveTo>
                    <a:pt x="0" y="0"/>
                  </a:moveTo>
                  <a:lnTo>
                    <a:pt x="855091" y="0"/>
                  </a:lnTo>
                  <a:lnTo>
                    <a:pt x="855091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1B3A8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4053" y="2559053"/>
            <a:ext cx="7680322" cy="622297"/>
            <a:chOff x="0" y="0"/>
            <a:chExt cx="10240429" cy="829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0435" cy="829733"/>
            </a:xfrm>
            <a:custGeom>
              <a:avLst/>
              <a:gdLst/>
              <a:ahLst/>
              <a:cxnLst/>
              <a:rect r="r" b="b" t="t" l="l"/>
              <a:pathLst>
                <a:path h="829733" w="10240435">
                  <a:moveTo>
                    <a:pt x="0" y="0"/>
                  </a:moveTo>
                  <a:lnTo>
                    <a:pt x="10240435" y="0"/>
                  </a:lnTo>
                  <a:lnTo>
                    <a:pt x="10240435" y="829733"/>
                  </a:lnTo>
                  <a:lnTo>
                    <a:pt x="0" y="8297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0481" r="0" b="-1904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240429" cy="839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Data Input / Source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40853" y="2486025"/>
            <a:ext cx="8229600" cy="768353"/>
            <a:chOff x="0" y="0"/>
            <a:chExt cx="10972800" cy="10244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205322" y="2486025"/>
            <a:ext cx="638175" cy="768353"/>
            <a:chOff x="0" y="0"/>
            <a:chExt cx="850900" cy="10244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09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850900">
                  <a:moveTo>
                    <a:pt x="0" y="0"/>
                  </a:moveTo>
                  <a:lnTo>
                    <a:pt x="850900" y="0"/>
                  </a:lnTo>
                  <a:lnTo>
                    <a:pt x="8509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1B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21828" y="2559053"/>
            <a:ext cx="7683503" cy="622297"/>
            <a:chOff x="0" y="0"/>
            <a:chExt cx="10244671" cy="829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4667" cy="829733"/>
            </a:xfrm>
            <a:custGeom>
              <a:avLst/>
              <a:gdLst/>
              <a:ahLst/>
              <a:cxnLst/>
              <a:rect r="r" b="b" t="t" l="l"/>
              <a:pathLst>
                <a:path h="829733" w="10244667">
                  <a:moveTo>
                    <a:pt x="0" y="0"/>
                  </a:moveTo>
                  <a:lnTo>
                    <a:pt x="10244667" y="0"/>
                  </a:lnTo>
                  <a:lnTo>
                    <a:pt x="10244667" y="829733"/>
                  </a:lnTo>
                  <a:lnTo>
                    <a:pt x="0" y="8297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0580" r="0" b="-1905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0244671" cy="839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Processing / Analysis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403718" y="3179445"/>
            <a:ext cx="8348348" cy="255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preprocessing: standardized salary and date formats.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Financial analysis using Excel formulas and Power BI visualizations.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69897" y="5940428"/>
            <a:ext cx="8229600" cy="768353"/>
            <a:chOff x="0" y="0"/>
            <a:chExt cx="10972800" cy="1024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334375" y="5940428"/>
            <a:ext cx="641347" cy="768353"/>
            <a:chOff x="0" y="0"/>
            <a:chExt cx="855129" cy="1024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5091" cy="1024509"/>
            </a:xfrm>
            <a:custGeom>
              <a:avLst/>
              <a:gdLst/>
              <a:ahLst/>
              <a:cxnLst/>
              <a:rect r="r" b="b" t="t" l="l"/>
              <a:pathLst>
                <a:path h="1024509" w="855091">
                  <a:moveTo>
                    <a:pt x="0" y="0"/>
                  </a:moveTo>
                  <a:lnTo>
                    <a:pt x="855091" y="0"/>
                  </a:lnTo>
                  <a:lnTo>
                    <a:pt x="855091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1B3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4053" y="6013447"/>
            <a:ext cx="7680322" cy="622297"/>
            <a:chOff x="0" y="0"/>
            <a:chExt cx="10240429" cy="829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0435" cy="829733"/>
            </a:xfrm>
            <a:custGeom>
              <a:avLst/>
              <a:gdLst/>
              <a:ahLst/>
              <a:cxnLst/>
              <a:rect r="r" b="b" t="t" l="l"/>
              <a:pathLst>
                <a:path h="829733" w="10240435">
                  <a:moveTo>
                    <a:pt x="0" y="0"/>
                  </a:moveTo>
                  <a:lnTo>
                    <a:pt x="10240435" y="0"/>
                  </a:lnTo>
                  <a:lnTo>
                    <a:pt x="10240435" y="829733"/>
                  </a:lnTo>
                  <a:lnTo>
                    <a:pt x="0" y="8297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0481" r="0" b="-1904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240429" cy="839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AI / Tool Integration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40853" y="5940428"/>
            <a:ext cx="8229600" cy="768353"/>
            <a:chOff x="0" y="0"/>
            <a:chExt cx="10972800" cy="10244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05322" y="5940428"/>
            <a:ext cx="638175" cy="768353"/>
            <a:chOff x="0" y="0"/>
            <a:chExt cx="850900" cy="10244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0900" cy="1024509"/>
            </a:xfrm>
            <a:custGeom>
              <a:avLst/>
              <a:gdLst/>
              <a:ahLst/>
              <a:cxnLst/>
              <a:rect r="r" b="b" t="t" l="l"/>
              <a:pathLst>
                <a:path h="1024509" w="850900">
                  <a:moveTo>
                    <a:pt x="0" y="0"/>
                  </a:moveTo>
                  <a:lnTo>
                    <a:pt x="850900" y="0"/>
                  </a:lnTo>
                  <a:lnTo>
                    <a:pt x="85090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1B3A8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21828" y="6013447"/>
            <a:ext cx="7683503" cy="622297"/>
            <a:chOff x="0" y="0"/>
            <a:chExt cx="10244671" cy="829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4667" cy="829733"/>
            </a:xfrm>
            <a:custGeom>
              <a:avLst/>
              <a:gdLst/>
              <a:ahLst/>
              <a:cxnLst/>
              <a:rect r="r" b="b" t="t" l="l"/>
              <a:pathLst>
                <a:path h="829733" w="10244667">
                  <a:moveTo>
                    <a:pt x="0" y="0"/>
                  </a:moveTo>
                  <a:lnTo>
                    <a:pt x="10244667" y="0"/>
                  </a:lnTo>
                  <a:lnTo>
                    <a:pt x="10244667" y="829733"/>
                  </a:lnTo>
                  <a:lnTo>
                    <a:pt x="0" y="8297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0580" r="0" b="-1905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244671" cy="839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Output / Dashboard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1337" y="3490598"/>
            <a:ext cx="8322945" cy="57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 Payroll Dataset (Excel/CSV format)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8987" y="7176773"/>
            <a:ext cx="8961120" cy="38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Copilot for automated cleaning </a:t>
            </a:r>
          </a:p>
          <a:p>
            <a:pPr algn="l" marL="675640" indent="-337820" lvl="1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     Suggestions.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for payroll analysis assistance and </a:t>
            </a:r>
          </a:p>
          <a:p>
            <a:pPr algn="l" marL="675640" indent="-337820" lvl="1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     workflow guidance.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8975093" y="6992617"/>
            <a:ext cx="8961120" cy="284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Payroll Dashboard, Department-wise salary charts, Pie charts and bar charts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KPI cards, payroll summaries and AI-assisted financial insights</a:t>
            </a:r>
          </a:p>
          <a:p>
            <a:pPr algn="l" marL="675640" indent="-337820" lvl="1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1297" y="1216028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Live Demo of Project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0822" y="2212972"/>
            <a:ext cx="16824322" cy="638175"/>
            <a:chOff x="0" y="0"/>
            <a:chExt cx="22432429" cy="850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2432" cy="850899"/>
            </a:xfrm>
            <a:custGeom>
              <a:avLst/>
              <a:gdLst/>
              <a:ahLst/>
              <a:cxnLst/>
              <a:rect r="r" b="b" t="t" l="l"/>
              <a:pathLst>
                <a:path h="850899" w="22432432">
                  <a:moveTo>
                    <a:pt x="0" y="0"/>
                  </a:moveTo>
                  <a:lnTo>
                    <a:pt x="22432432" y="0"/>
                  </a:lnTo>
                  <a:lnTo>
                    <a:pt x="22432432" y="850899"/>
                  </a:lnTo>
                  <a:lnTo>
                    <a:pt x="0" y="8508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63688" r="0" b="-4636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432429" cy="860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Here's the list of some demo screenshots / features of the project: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17697" y="3257550"/>
            <a:ext cx="2819400" cy="2819400"/>
            <a:chOff x="0" y="0"/>
            <a:chExt cx="3759200" cy="375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5080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92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759200">
                  <a:moveTo>
                    <a:pt x="0" y="1879600"/>
                  </a:moveTo>
                  <a:cubicBezTo>
                    <a:pt x="0" y="841502"/>
                    <a:pt x="841502" y="0"/>
                    <a:pt x="1879600" y="0"/>
                  </a:cubicBezTo>
                  <a:lnTo>
                    <a:pt x="1879600" y="50800"/>
                  </a:lnTo>
                  <a:lnTo>
                    <a:pt x="1879600" y="0"/>
                  </a:lnTo>
                  <a:cubicBezTo>
                    <a:pt x="2917698" y="0"/>
                    <a:pt x="3759200" y="841502"/>
                    <a:pt x="3759200" y="1879600"/>
                  </a:cubicBezTo>
                  <a:lnTo>
                    <a:pt x="3708400" y="1879600"/>
                  </a:lnTo>
                  <a:lnTo>
                    <a:pt x="3759200" y="1879600"/>
                  </a:lnTo>
                  <a:cubicBezTo>
                    <a:pt x="3759200" y="2917698"/>
                    <a:pt x="2917698" y="3759200"/>
                    <a:pt x="1879600" y="3759200"/>
                  </a:cubicBezTo>
                  <a:lnTo>
                    <a:pt x="1879600" y="3708400"/>
                  </a:lnTo>
                  <a:lnTo>
                    <a:pt x="1879600" y="3759200"/>
                  </a:lnTo>
                  <a:cubicBezTo>
                    <a:pt x="841502" y="3759200"/>
                    <a:pt x="0" y="2917698"/>
                    <a:pt x="0" y="1879600"/>
                  </a:cubicBezTo>
                  <a:lnTo>
                    <a:pt x="50800" y="1879600"/>
                  </a:lnTo>
                  <a:lnTo>
                    <a:pt x="93853" y="1906524"/>
                  </a:lnTo>
                  <a:cubicBezTo>
                    <a:pt x="81788" y="1925701"/>
                    <a:pt x="58547" y="1934718"/>
                    <a:pt x="36830" y="1928368"/>
                  </a:cubicBezTo>
                  <a:cubicBezTo>
                    <a:pt x="15113" y="1922018"/>
                    <a:pt x="0" y="1902206"/>
                    <a:pt x="0" y="1879600"/>
                  </a:cubicBezTo>
                  <a:moveTo>
                    <a:pt x="101600" y="1879600"/>
                  </a:moveTo>
                  <a:lnTo>
                    <a:pt x="50800" y="1879600"/>
                  </a:lnTo>
                  <a:lnTo>
                    <a:pt x="7747" y="1852676"/>
                  </a:lnTo>
                  <a:cubicBezTo>
                    <a:pt x="19812" y="1833499"/>
                    <a:pt x="43053" y="1824482"/>
                    <a:pt x="64770" y="1830832"/>
                  </a:cubicBezTo>
                  <a:cubicBezTo>
                    <a:pt x="86487" y="1837182"/>
                    <a:pt x="101600" y="1856994"/>
                    <a:pt x="101600" y="1879600"/>
                  </a:cubicBezTo>
                  <a:cubicBezTo>
                    <a:pt x="101600" y="2861564"/>
                    <a:pt x="897636" y="3657600"/>
                    <a:pt x="1879600" y="3657600"/>
                  </a:cubicBezTo>
                  <a:cubicBezTo>
                    <a:pt x="2861564" y="3657600"/>
                    <a:pt x="3657600" y="2861564"/>
                    <a:pt x="3657600" y="1879600"/>
                  </a:cubicBezTo>
                  <a:cubicBezTo>
                    <a:pt x="3657600" y="897636"/>
                    <a:pt x="2861564" y="101600"/>
                    <a:pt x="1879600" y="101600"/>
                  </a:cubicBezTo>
                  <a:lnTo>
                    <a:pt x="1879600" y="50800"/>
                  </a:lnTo>
                  <a:lnTo>
                    <a:pt x="1879600" y="101600"/>
                  </a:lnTo>
                  <a:cubicBezTo>
                    <a:pt x="897636" y="101600"/>
                    <a:pt x="101600" y="897636"/>
                    <a:pt x="10160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9278" y="4394197"/>
            <a:ext cx="5578478" cy="5302253"/>
            <a:chOff x="0" y="0"/>
            <a:chExt cx="7437971" cy="70696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38009" cy="7069709"/>
            </a:xfrm>
            <a:custGeom>
              <a:avLst/>
              <a:gdLst/>
              <a:ahLst/>
              <a:cxnLst/>
              <a:rect r="r" b="b" t="t" l="l"/>
              <a:pathLst>
                <a:path h="7069709" w="7438009">
                  <a:moveTo>
                    <a:pt x="0" y="0"/>
                  </a:moveTo>
                  <a:lnTo>
                    <a:pt x="7438009" y="0"/>
                  </a:lnTo>
                  <a:lnTo>
                    <a:pt x="7438009" y="7069709"/>
                  </a:lnTo>
                  <a:lnTo>
                    <a:pt x="0" y="7069709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9278" y="4829175"/>
            <a:ext cx="5578478" cy="822322"/>
            <a:chOff x="0" y="0"/>
            <a:chExt cx="7437971" cy="10964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37965" cy="1096432"/>
            </a:xfrm>
            <a:custGeom>
              <a:avLst/>
              <a:gdLst/>
              <a:ahLst/>
              <a:cxnLst/>
              <a:rect r="r" b="b" t="t" l="l"/>
              <a:pathLst>
                <a:path h="1096432" w="7437965">
                  <a:moveTo>
                    <a:pt x="0" y="0"/>
                  </a:moveTo>
                  <a:lnTo>
                    <a:pt x="7437965" y="0"/>
                  </a:lnTo>
                  <a:lnTo>
                    <a:pt x="7437965" y="1096432"/>
                  </a:lnTo>
                  <a:lnTo>
                    <a:pt x="0" y="10964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2182" r="0" b="-821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437971" cy="10964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Demo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322" y="5838825"/>
            <a:ext cx="5029200" cy="2743200"/>
            <a:chOff x="0" y="0"/>
            <a:chExt cx="67056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6705600" cy="377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Employee Payroll Dataset​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07328" y="3257550"/>
            <a:ext cx="2819400" cy="2819400"/>
            <a:chOff x="0" y="0"/>
            <a:chExt cx="3759200" cy="375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592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759200">
                  <a:moveTo>
                    <a:pt x="0" y="1879600"/>
                  </a:moveTo>
                  <a:cubicBezTo>
                    <a:pt x="0" y="841502"/>
                    <a:pt x="841502" y="0"/>
                    <a:pt x="1879600" y="0"/>
                  </a:cubicBezTo>
                  <a:lnTo>
                    <a:pt x="1879600" y="50800"/>
                  </a:lnTo>
                  <a:lnTo>
                    <a:pt x="1879600" y="0"/>
                  </a:lnTo>
                  <a:cubicBezTo>
                    <a:pt x="2917698" y="0"/>
                    <a:pt x="3759200" y="841502"/>
                    <a:pt x="3759200" y="1879600"/>
                  </a:cubicBezTo>
                  <a:lnTo>
                    <a:pt x="3708400" y="1879600"/>
                  </a:lnTo>
                  <a:lnTo>
                    <a:pt x="3759200" y="1879600"/>
                  </a:lnTo>
                  <a:cubicBezTo>
                    <a:pt x="3759200" y="2917698"/>
                    <a:pt x="2917698" y="3759200"/>
                    <a:pt x="1879600" y="3759200"/>
                  </a:cubicBezTo>
                  <a:lnTo>
                    <a:pt x="1879600" y="3708400"/>
                  </a:lnTo>
                  <a:lnTo>
                    <a:pt x="1879600" y="3759200"/>
                  </a:lnTo>
                  <a:cubicBezTo>
                    <a:pt x="841502" y="3759200"/>
                    <a:pt x="0" y="2917698"/>
                    <a:pt x="0" y="1879600"/>
                  </a:cubicBezTo>
                  <a:lnTo>
                    <a:pt x="50800" y="1879600"/>
                  </a:lnTo>
                  <a:lnTo>
                    <a:pt x="93853" y="1906524"/>
                  </a:lnTo>
                  <a:cubicBezTo>
                    <a:pt x="81788" y="1925701"/>
                    <a:pt x="58547" y="1934718"/>
                    <a:pt x="36830" y="1928368"/>
                  </a:cubicBezTo>
                  <a:cubicBezTo>
                    <a:pt x="15113" y="1922018"/>
                    <a:pt x="0" y="1902206"/>
                    <a:pt x="0" y="1879600"/>
                  </a:cubicBezTo>
                  <a:moveTo>
                    <a:pt x="101600" y="1879600"/>
                  </a:moveTo>
                  <a:lnTo>
                    <a:pt x="50800" y="1879600"/>
                  </a:lnTo>
                  <a:lnTo>
                    <a:pt x="7747" y="1852676"/>
                  </a:lnTo>
                  <a:cubicBezTo>
                    <a:pt x="19812" y="1833499"/>
                    <a:pt x="43053" y="1824482"/>
                    <a:pt x="64770" y="1830832"/>
                  </a:cubicBezTo>
                  <a:cubicBezTo>
                    <a:pt x="86487" y="1837182"/>
                    <a:pt x="101600" y="1856994"/>
                    <a:pt x="101600" y="1879600"/>
                  </a:cubicBezTo>
                  <a:cubicBezTo>
                    <a:pt x="101600" y="2861564"/>
                    <a:pt x="897636" y="3657600"/>
                    <a:pt x="1879600" y="3657600"/>
                  </a:cubicBezTo>
                  <a:cubicBezTo>
                    <a:pt x="2861564" y="3657600"/>
                    <a:pt x="3657600" y="2861564"/>
                    <a:pt x="3657600" y="1879600"/>
                  </a:cubicBezTo>
                  <a:cubicBezTo>
                    <a:pt x="3657600" y="897636"/>
                    <a:pt x="2861564" y="101600"/>
                    <a:pt x="1879600" y="101600"/>
                  </a:cubicBezTo>
                  <a:lnTo>
                    <a:pt x="1879600" y="50800"/>
                  </a:lnTo>
                  <a:lnTo>
                    <a:pt x="1879600" y="101600"/>
                  </a:lnTo>
                  <a:cubicBezTo>
                    <a:pt x="897636" y="101600"/>
                    <a:pt x="101600" y="897636"/>
                    <a:pt x="10160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38900" y="4394197"/>
            <a:ext cx="5575297" cy="5302253"/>
            <a:chOff x="0" y="0"/>
            <a:chExt cx="7433729" cy="7069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3691" cy="7069709"/>
            </a:xfrm>
            <a:custGeom>
              <a:avLst/>
              <a:gdLst/>
              <a:ahLst/>
              <a:cxnLst/>
              <a:rect r="r" b="b" t="t" l="l"/>
              <a:pathLst>
                <a:path h="7069709" w="7433691">
                  <a:moveTo>
                    <a:pt x="0" y="0"/>
                  </a:moveTo>
                  <a:lnTo>
                    <a:pt x="7433691" y="0"/>
                  </a:lnTo>
                  <a:lnTo>
                    <a:pt x="7433691" y="7069709"/>
                  </a:lnTo>
                  <a:lnTo>
                    <a:pt x="0" y="7069709"/>
                  </a:lnTo>
                  <a:close/>
                </a:path>
              </a:pathLst>
            </a:custGeom>
            <a:solidFill>
              <a:srgbClr val="FDF3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38900" y="4829175"/>
            <a:ext cx="5575297" cy="822322"/>
            <a:chOff x="0" y="0"/>
            <a:chExt cx="7433729" cy="10964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3733" cy="1096432"/>
            </a:xfrm>
            <a:custGeom>
              <a:avLst/>
              <a:gdLst/>
              <a:ahLst/>
              <a:cxnLst/>
              <a:rect r="r" b="b" t="t" l="l"/>
              <a:pathLst>
                <a:path h="1096432" w="7433733">
                  <a:moveTo>
                    <a:pt x="0" y="0"/>
                  </a:moveTo>
                  <a:lnTo>
                    <a:pt x="7433733" y="0"/>
                  </a:lnTo>
                  <a:lnTo>
                    <a:pt x="7433733" y="1096432"/>
                  </a:lnTo>
                  <a:lnTo>
                    <a:pt x="0" y="10964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2107" r="0" b="-821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433729" cy="10964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Demo 2</a:t>
              </a: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​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11953" y="5838825"/>
            <a:ext cx="5029200" cy="2743200"/>
            <a:chOff x="0" y="0"/>
            <a:chExt cx="6705600" cy="3657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6705600" cy="377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 Integration</a:t>
              </a: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​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696950" y="3257550"/>
            <a:ext cx="2819400" cy="2819400"/>
            <a:chOff x="0" y="0"/>
            <a:chExt cx="3759200" cy="375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800" y="5080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92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759200">
                  <a:moveTo>
                    <a:pt x="0" y="1879600"/>
                  </a:moveTo>
                  <a:cubicBezTo>
                    <a:pt x="0" y="841502"/>
                    <a:pt x="841502" y="0"/>
                    <a:pt x="1879600" y="0"/>
                  </a:cubicBezTo>
                  <a:lnTo>
                    <a:pt x="1879600" y="50800"/>
                  </a:lnTo>
                  <a:lnTo>
                    <a:pt x="1879600" y="0"/>
                  </a:lnTo>
                  <a:cubicBezTo>
                    <a:pt x="2917698" y="0"/>
                    <a:pt x="3759200" y="841502"/>
                    <a:pt x="3759200" y="1879600"/>
                  </a:cubicBezTo>
                  <a:lnTo>
                    <a:pt x="3708400" y="1879600"/>
                  </a:lnTo>
                  <a:lnTo>
                    <a:pt x="3759200" y="1879600"/>
                  </a:lnTo>
                  <a:cubicBezTo>
                    <a:pt x="3759200" y="2917698"/>
                    <a:pt x="2917698" y="3759200"/>
                    <a:pt x="1879600" y="3759200"/>
                  </a:cubicBezTo>
                  <a:lnTo>
                    <a:pt x="1879600" y="3708400"/>
                  </a:lnTo>
                  <a:lnTo>
                    <a:pt x="1879600" y="3759200"/>
                  </a:lnTo>
                  <a:cubicBezTo>
                    <a:pt x="841502" y="3759200"/>
                    <a:pt x="0" y="2917698"/>
                    <a:pt x="0" y="1879600"/>
                  </a:cubicBezTo>
                  <a:lnTo>
                    <a:pt x="50800" y="1879600"/>
                  </a:lnTo>
                  <a:lnTo>
                    <a:pt x="93853" y="1906524"/>
                  </a:lnTo>
                  <a:cubicBezTo>
                    <a:pt x="81788" y="1925701"/>
                    <a:pt x="58547" y="1934718"/>
                    <a:pt x="36830" y="1928368"/>
                  </a:cubicBezTo>
                  <a:cubicBezTo>
                    <a:pt x="15113" y="1922018"/>
                    <a:pt x="0" y="1902206"/>
                    <a:pt x="0" y="1879600"/>
                  </a:cubicBezTo>
                  <a:moveTo>
                    <a:pt x="101600" y="1879600"/>
                  </a:moveTo>
                  <a:lnTo>
                    <a:pt x="50800" y="1879600"/>
                  </a:lnTo>
                  <a:lnTo>
                    <a:pt x="7747" y="1852676"/>
                  </a:lnTo>
                  <a:cubicBezTo>
                    <a:pt x="19812" y="1833499"/>
                    <a:pt x="43053" y="1824482"/>
                    <a:pt x="64770" y="1830832"/>
                  </a:cubicBezTo>
                  <a:cubicBezTo>
                    <a:pt x="86487" y="1837182"/>
                    <a:pt x="101600" y="1856994"/>
                    <a:pt x="101600" y="1879600"/>
                  </a:cubicBezTo>
                  <a:cubicBezTo>
                    <a:pt x="101600" y="2861564"/>
                    <a:pt x="897636" y="3657600"/>
                    <a:pt x="1879600" y="3657600"/>
                  </a:cubicBezTo>
                  <a:cubicBezTo>
                    <a:pt x="2861564" y="3657600"/>
                    <a:pt x="3657600" y="2861564"/>
                    <a:pt x="3657600" y="1879600"/>
                  </a:cubicBezTo>
                  <a:cubicBezTo>
                    <a:pt x="3657600" y="897636"/>
                    <a:pt x="2861564" y="101600"/>
                    <a:pt x="1879600" y="101600"/>
                  </a:cubicBezTo>
                  <a:lnTo>
                    <a:pt x="1879600" y="50800"/>
                  </a:lnTo>
                  <a:lnTo>
                    <a:pt x="1879600" y="101600"/>
                  </a:lnTo>
                  <a:cubicBezTo>
                    <a:pt x="897636" y="101600"/>
                    <a:pt x="101600" y="897636"/>
                    <a:pt x="10160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25350" y="4400550"/>
            <a:ext cx="5578478" cy="5305425"/>
            <a:chOff x="0" y="0"/>
            <a:chExt cx="7437971" cy="7073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8009" cy="7073900"/>
            </a:xfrm>
            <a:custGeom>
              <a:avLst/>
              <a:gdLst/>
              <a:ahLst/>
              <a:cxnLst/>
              <a:rect r="r" b="b" t="t" l="l"/>
              <a:pathLst>
                <a:path h="7073900" w="7438009">
                  <a:moveTo>
                    <a:pt x="0" y="0"/>
                  </a:moveTo>
                  <a:lnTo>
                    <a:pt x="7438009" y="0"/>
                  </a:lnTo>
                  <a:lnTo>
                    <a:pt x="7438009" y="7073900"/>
                  </a:lnTo>
                  <a:lnTo>
                    <a:pt x="0" y="7073900"/>
                  </a:lnTo>
                  <a:close/>
                </a:path>
              </a:pathLst>
            </a:custGeom>
            <a:solidFill>
              <a:srgbClr val="DAE3F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25350" y="4829175"/>
            <a:ext cx="5578478" cy="822322"/>
            <a:chOff x="0" y="0"/>
            <a:chExt cx="7437971" cy="10964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37968" cy="1096432"/>
            </a:xfrm>
            <a:custGeom>
              <a:avLst/>
              <a:gdLst/>
              <a:ahLst/>
              <a:cxnLst/>
              <a:rect r="r" b="b" t="t" l="l"/>
              <a:pathLst>
                <a:path h="1096432" w="7437968">
                  <a:moveTo>
                    <a:pt x="0" y="0"/>
                  </a:moveTo>
                  <a:lnTo>
                    <a:pt x="7437968" y="0"/>
                  </a:lnTo>
                  <a:lnTo>
                    <a:pt x="7437968" y="1096432"/>
                  </a:lnTo>
                  <a:lnTo>
                    <a:pt x="0" y="10964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2182" r="0" b="-821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437971" cy="10964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Demo 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601575" y="5838825"/>
            <a:ext cx="5029200" cy="2743200"/>
            <a:chOff x="0" y="0"/>
            <a:chExt cx="6705600" cy="365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6705600" cy="377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Payroll Charts </a:t>
              </a: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​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347" y="8822265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1945600" cy="124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B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 of Project Demo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0253" y="8949261"/>
            <a:ext cx="16827503" cy="768353"/>
            <a:chOff x="0" y="0"/>
            <a:chExt cx="22436671" cy="1024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6710" cy="1024509"/>
            </a:xfrm>
            <a:custGeom>
              <a:avLst/>
              <a:gdLst/>
              <a:ahLst/>
              <a:cxnLst/>
              <a:rect r="r" b="b" t="t" l="l"/>
              <a:pathLst>
                <a:path h="1024509" w="22436710">
                  <a:moveTo>
                    <a:pt x="0" y="0"/>
                  </a:moveTo>
                  <a:lnTo>
                    <a:pt x="22436710" y="0"/>
                  </a:lnTo>
                  <a:lnTo>
                    <a:pt x="2243671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6478" y="9133418"/>
            <a:ext cx="327022" cy="327022"/>
            <a:chOff x="0" y="0"/>
            <a:chExt cx="436029" cy="436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678" y="9133418"/>
            <a:ext cx="327022" cy="327022"/>
            <a:chOff x="0" y="0"/>
            <a:chExt cx="436029" cy="436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EBC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20878" y="9133418"/>
            <a:ext cx="327022" cy="327022"/>
            <a:chOff x="0" y="0"/>
            <a:chExt cx="436029" cy="436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28C84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36847" y="9127065"/>
            <a:ext cx="10071097" cy="412747"/>
            <a:chOff x="0" y="0"/>
            <a:chExt cx="13428129" cy="5503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3411201" cy="533400"/>
            </a:xfrm>
            <a:custGeom>
              <a:avLst/>
              <a:gdLst/>
              <a:ahLst/>
              <a:cxnLst/>
              <a:rect r="r" b="b" t="t" l="l"/>
              <a:pathLst>
                <a:path h="533400" w="13411201">
                  <a:moveTo>
                    <a:pt x="0" y="0"/>
                  </a:moveTo>
                  <a:lnTo>
                    <a:pt x="13411201" y="0"/>
                  </a:lnTo>
                  <a:lnTo>
                    <a:pt x="13411201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28218" cy="550418"/>
            </a:xfrm>
            <a:custGeom>
              <a:avLst/>
              <a:gdLst/>
              <a:ahLst/>
              <a:cxnLst/>
              <a:rect r="r" b="b" t="t" l="l"/>
              <a:pathLst>
                <a:path h="550418" w="13428218">
                  <a:moveTo>
                    <a:pt x="8509" y="0"/>
                  </a:moveTo>
                  <a:lnTo>
                    <a:pt x="13419710" y="0"/>
                  </a:lnTo>
                  <a:cubicBezTo>
                    <a:pt x="13424408" y="0"/>
                    <a:pt x="13428218" y="3810"/>
                    <a:pt x="13428218" y="8509"/>
                  </a:cubicBezTo>
                  <a:lnTo>
                    <a:pt x="13428218" y="541909"/>
                  </a:lnTo>
                  <a:cubicBezTo>
                    <a:pt x="13428218" y="546608"/>
                    <a:pt x="13424408" y="550418"/>
                    <a:pt x="13419710" y="550418"/>
                  </a:cubicBezTo>
                  <a:lnTo>
                    <a:pt x="8509" y="550418"/>
                  </a:lnTo>
                  <a:cubicBezTo>
                    <a:pt x="3810" y="550418"/>
                    <a:pt x="0" y="546608"/>
                    <a:pt x="0" y="541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1909"/>
                  </a:lnTo>
                  <a:lnTo>
                    <a:pt x="8509" y="541909"/>
                  </a:lnTo>
                  <a:lnTo>
                    <a:pt x="8509" y="533400"/>
                  </a:lnTo>
                  <a:lnTo>
                    <a:pt x="13419710" y="533400"/>
                  </a:lnTo>
                  <a:lnTo>
                    <a:pt x="13419710" y="541909"/>
                  </a:lnTo>
                  <a:lnTo>
                    <a:pt x="13411200" y="541909"/>
                  </a:lnTo>
                  <a:lnTo>
                    <a:pt x="13411200" y="8509"/>
                  </a:lnTo>
                  <a:lnTo>
                    <a:pt x="13419710" y="8509"/>
                  </a:lnTo>
                  <a:lnTo>
                    <a:pt x="13419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81300" y="9114368"/>
            <a:ext cx="9982200" cy="438150"/>
            <a:chOff x="0" y="0"/>
            <a:chExt cx="13309600" cy="58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09600" cy="584200"/>
            </a:xfrm>
            <a:custGeom>
              <a:avLst/>
              <a:gdLst/>
              <a:ahLst/>
              <a:cxnLst/>
              <a:rect r="r" b="b" t="t" l="l"/>
              <a:pathLst>
                <a:path h="584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920" r="0" b="-3939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09600" cy="62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7D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[https://github.com/anishapriyadharshini/Employee-Payroll-Data-Cleaning-And-Financial-Analysis-.git]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111812" y="2734055"/>
            <a:ext cx="14064386" cy="5326886"/>
          </a:xfrm>
          <a:custGeom>
            <a:avLst/>
            <a:gdLst/>
            <a:ahLst/>
            <a:cxnLst/>
            <a:rect r="r" b="b" t="t" l="l"/>
            <a:pathLst>
              <a:path h="5326886" w="14064386">
                <a:moveTo>
                  <a:pt x="0" y="0"/>
                </a:moveTo>
                <a:lnTo>
                  <a:pt x="14064386" y="0"/>
                </a:lnTo>
                <a:lnTo>
                  <a:pt x="14064386" y="5326886"/>
                </a:lnTo>
                <a:lnTo>
                  <a:pt x="0" y="53268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51937" y="1569720"/>
            <a:ext cx="14908949" cy="64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Demo 1 : Employee Payroll Dataset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347" y="8822265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1945600" cy="124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B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 of Project Demo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0253" y="8949261"/>
            <a:ext cx="16827503" cy="768353"/>
            <a:chOff x="0" y="0"/>
            <a:chExt cx="22436671" cy="1024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6710" cy="1024509"/>
            </a:xfrm>
            <a:custGeom>
              <a:avLst/>
              <a:gdLst/>
              <a:ahLst/>
              <a:cxnLst/>
              <a:rect r="r" b="b" t="t" l="l"/>
              <a:pathLst>
                <a:path h="1024509" w="22436710">
                  <a:moveTo>
                    <a:pt x="0" y="0"/>
                  </a:moveTo>
                  <a:lnTo>
                    <a:pt x="22436710" y="0"/>
                  </a:lnTo>
                  <a:lnTo>
                    <a:pt x="2243671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6478" y="9133418"/>
            <a:ext cx="327022" cy="327022"/>
            <a:chOff x="0" y="0"/>
            <a:chExt cx="436029" cy="436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678" y="9133418"/>
            <a:ext cx="327022" cy="327022"/>
            <a:chOff x="0" y="0"/>
            <a:chExt cx="436029" cy="436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EBC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20878" y="9133418"/>
            <a:ext cx="327022" cy="327022"/>
            <a:chOff x="0" y="0"/>
            <a:chExt cx="436029" cy="436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28C84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36847" y="9127065"/>
            <a:ext cx="10071097" cy="412747"/>
            <a:chOff x="0" y="0"/>
            <a:chExt cx="13428129" cy="5503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3411201" cy="533400"/>
            </a:xfrm>
            <a:custGeom>
              <a:avLst/>
              <a:gdLst/>
              <a:ahLst/>
              <a:cxnLst/>
              <a:rect r="r" b="b" t="t" l="l"/>
              <a:pathLst>
                <a:path h="533400" w="13411201">
                  <a:moveTo>
                    <a:pt x="0" y="0"/>
                  </a:moveTo>
                  <a:lnTo>
                    <a:pt x="13411201" y="0"/>
                  </a:lnTo>
                  <a:lnTo>
                    <a:pt x="13411201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28218" cy="550418"/>
            </a:xfrm>
            <a:custGeom>
              <a:avLst/>
              <a:gdLst/>
              <a:ahLst/>
              <a:cxnLst/>
              <a:rect r="r" b="b" t="t" l="l"/>
              <a:pathLst>
                <a:path h="550418" w="13428218">
                  <a:moveTo>
                    <a:pt x="8509" y="0"/>
                  </a:moveTo>
                  <a:lnTo>
                    <a:pt x="13419710" y="0"/>
                  </a:lnTo>
                  <a:cubicBezTo>
                    <a:pt x="13424408" y="0"/>
                    <a:pt x="13428218" y="3810"/>
                    <a:pt x="13428218" y="8509"/>
                  </a:cubicBezTo>
                  <a:lnTo>
                    <a:pt x="13428218" y="541909"/>
                  </a:lnTo>
                  <a:cubicBezTo>
                    <a:pt x="13428218" y="546608"/>
                    <a:pt x="13424408" y="550418"/>
                    <a:pt x="13419710" y="550418"/>
                  </a:cubicBezTo>
                  <a:lnTo>
                    <a:pt x="8509" y="550418"/>
                  </a:lnTo>
                  <a:cubicBezTo>
                    <a:pt x="3810" y="550418"/>
                    <a:pt x="0" y="546608"/>
                    <a:pt x="0" y="541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1909"/>
                  </a:lnTo>
                  <a:lnTo>
                    <a:pt x="8509" y="541909"/>
                  </a:lnTo>
                  <a:lnTo>
                    <a:pt x="8509" y="533400"/>
                  </a:lnTo>
                  <a:lnTo>
                    <a:pt x="13419710" y="533400"/>
                  </a:lnTo>
                  <a:lnTo>
                    <a:pt x="13419710" y="541909"/>
                  </a:lnTo>
                  <a:lnTo>
                    <a:pt x="13411200" y="541909"/>
                  </a:lnTo>
                  <a:lnTo>
                    <a:pt x="13411200" y="8509"/>
                  </a:lnTo>
                  <a:lnTo>
                    <a:pt x="13419710" y="8509"/>
                  </a:lnTo>
                  <a:lnTo>
                    <a:pt x="13419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81300" y="9114368"/>
            <a:ext cx="9982200" cy="438150"/>
            <a:chOff x="0" y="0"/>
            <a:chExt cx="13309600" cy="58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09600" cy="584200"/>
            </a:xfrm>
            <a:custGeom>
              <a:avLst/>
              <a:gdLst/>
              <a:ahLst/>
              <a:cxnLst/>
              <a:rect r="r" b="b" t="t" l="l"/>
              <a:pathLst>
                <a:path h="584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920" r="0" b="-3939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09600" cy="62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7D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[https://github.com/anishapriyadharshini/Employee-Payroll-Data-Cleaning-And-Financial-Analysis-.git]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51937" y="1569720"/>
            <a:ext cx="14908949" cy="64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Demo 2 : AI Tool Integration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280137" y="2783681"/>
            <a:ext cx="9727726" cy="5471846"/>
          </a:xfrm>
          <a:custGeom>
            <a:avLst/>
            <a:gdLst/>
            <a:ahLst/>
            <a:cxnLst/>
            <a:rect r="r" b="b" t="t" l="l"/>
            <a:pathLst>
              <a:path h="5471846" w="9727726">
                <a:moveTo>
                  <a:pt x="0" y="0"/>
                </a:moveTo>
                <a:lnTo>
                  <a:pt x="9727726" y="0"/>
                </a:lnTo>
                <a:lnTo>
                  <a:pt x="9727726" y="5471846"/>
                </a:lnTo>
                <a:lnTo>
                  <a:pt x="0" y="54718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347" y="8822265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1945600" cy="124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B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 of Project Demo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0253" y="8949261"/>
            <a:ext cx="16827503" cy="768353"/>
            <a:chOff x="0" y="0"/>
            <a:chExt cx="22436671" cy="1024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6710" cy="1024509"/>
            </a:xfrm>
            <a:custGeom>
              <a:avLst/>
              <a:gdLst/>
              <a:ahLst/>
              <a:cxnLst/>
              <a:rect r="r" b="b" t="t" l="l"/>
              <a:pathLst>
                <a:path h="1024509" w="22436710">
                  <a:moveTo>
                    <a:pt x="0" y="0"/>
                  </a:moveTo>
                  <a:lnTo>
                    <a:pt x="22436710" y="0"/>
                  </a:lnTo>
                  <a:lnTo>
                    <a:pt x="22436710" y="1024509"/>
                  </a:lnTo>
                  <a:lnTo>
                    <a:pt x="0" y="102450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6478" y="9133418"/>
            <a:ext cx="327022" cy="327022"/>
            <a:chOff x="0" y="0"/>
            <a:chExt cx="436029" cy="436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678" y="9133418"/>
            <a:ext cx="327022" cy="327022"/>
            <a:chOff x="0" y="0"/>
            <a:chExt cx="436029" cy="436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FEBC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20878" y="9133418"/>
            <a:ext cx="327022" cy="327022"/>
            <a:chOff x="0" y="0"/>
            <a:chExt cx="436029" cy="436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991" cy="435991"/>
            </a:xfrm>
            <a:custGeom>
              <a:avLst/>
              <a:gdLst/>
              <a:ahLst/>
              <a:cxnLst/>
              <a:rect r="r" b="b" t="t" l="l"/>
              <a:pathLst>
                <a:path h="435991" w="435991">
                  <a:moveTo>
                    <a:pt x="0" y="218059"/>
                  </a:moveTo>
                  <a:cubicBezTo>
                    <a:pt x="0" y="97663"/>
                    <a:pt x="97663" y="0"/>
                    <a:pt x="218059" y="0"/>
                  </a:cubicBezTo>
                  <a:cubicBezTo>
                    <a:pt x="338455" y="0"/>
                    <a:pt x="435991" y="97663"/>
                    <a:pt x="435991" y="218059"/>
                  </a:cubicBezTo>
                  <a:cubicBezTo>
                    <a:pt x="435991" y="338455"/>
                    <a:pt x="338455" y="435991"/>
                    <a:pt x="218059" y="435991"/>
                  </a:cubicBezTo>
                  <a:cubicBezTo>
                    <a:pt x="97663" y="435991"/>
                    <a:pt x="0" y="338455"/>
                    <a:pt x="0" y="218059"/>
                  </a:cubicBezTo>
                  <a:close/>
                </a:path>
              </a:pathLst>
            </a:custGeom>
            <a:solidFill>
              <a:srgbClr val="28C84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36847" y="9127065"/>
            <a:ext cx="10071097" cy="412747"/>
            <a:chOff x="0" y="0"/>
            <a:chExt cx="13428129" cy="5503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3411201" cy="533400"/>
            </a:xfrm>
            <a:custGeom>
              <a:avLst/>
              <a:gdLst/>
              <a:ahLst/>
              <a:cxnLst/>
              <a:rect r="r" b="b" t="t" l="l"/>
              <a:pathLst>
                <a:path h="533400" w="13411201">
                  <a:moveTo>
                    <a:pt x="0" y="0"/>
                  </a:moveTo>
                  <a:lnTo>
                    <a:pt x="13411201" y="0"/>
                  </a:lnTo>
                  <a:lnTo>
                    <a:pt x="13411201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28218" cy="550418"/>
            </a:xfrm>
            <a:custGeom>
              <a:avLst/>
              <a:gdLst/>
              <a:ahLst/>
              <a:cxnLst/>
              <a:rect r="r" b="b" t="t" l="l"/>
              <a:pathLst>
                <a:path h="550418" w="13428218">
                  <a:moveTo>
                    <a:pt x="8509" y="0"/>
                  </a:moveTo>
                  <a:lnTo>
                    <a:pt x="13419710" y="0"/>
                  </a:lnTo>
                  <a:cubicBezTo>
                    <a:pt x="13424408" y="0"/>
                    <a:pt x="13428218" y="3810"/>
                    <a:pt x="13428218" y="8509"/>
                  </a:cubicBezTo>
                  <a:lnTo>
                    <a:pt x="13428218" y="541909"/>
                  </a:lnTo>
                  <a:cubicBezTo>
                    <a:pt x="13428218" y="546608"/>
                    <a:pt x="13424408" y="550418"/>
                    <a:pt x="13419710" y="550418"/>
                  </a:cubicBezTo>
                  <a:lnTo>
                    <a:pt x="8509" y="550418"/>
                  </a:lnTo>
                  <a:cubicBezTo>
                    <a:pt x="3810" y="550418"/>
                    <a:pt x="0" y="546608"/>
                    <a:pt x="0" y="541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1909"/>
                  </a:lnTo>
                  <a:lnTo>
                    <a:pt x="8509" y="541909"/>
                  </a:lnTo>
                  <a:lnTo>
                    <a:pt x="8509" y="533400"/>
                  </a:lnTo>
                  <a:lnTo>
                    <a:pt x="13419710" y="533400"/>
                  </a:lnTo>
                  <a:lnTo>
                    <a:pt x="13419710" y="541909"/>
                  </a:lnTo>
                  <a:lnTo>
                    <a:pt x="13411200" y="541909"/>
                  </a:lnTo>
                  <a:lnTo>
                    <a:pt x="13411200" y="8509"/>
                  </a:lnTo>
                  <a:lnTo>
                    <a:pt x="13419710" y="8509"/>
                  </a:lnTo>
                  <a:lnTo>
                    <a:pt x="13419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81300" y="9114368"/>
            <a:ext cx="9982200" cy="438150"/>
            <a:chOff x="0" y="0"/>
            <a:chExt cx="13309600" cy="58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09600" cy="584200"/>
            </a:xfrm>
            <a:custGeom>
              <a:avLst/>
              <a:gdLst/>
              <a:ahLst/>
              <a:cxnLst/>
              <a:rect r="r" b="b" t="t" l="l"/>
              <a:pathLst>
                <a:path h="584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3920" r="0" b="-3939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09600" cy="62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7D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[https://github.com/anishapriyadharshini/Employee-Payroll-Data-Cleaning-And-Financial-Analysis-.git]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51937" y="1569720"/>
            <a:ext cx="14908949" cy="64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Demo 3 : Payroll Charts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089029" y="2703577"/>
            <a:ext cx="12010550" cy="5709113"/>
          </a:xfrm>
          <a:custGeom>
            <a:avLst/>
            <a:gdLst/>
            <a:ahLst/>
            <a:cxnLst/>
            <a:rect r="r" b="b" t="t" l="l"/>
            <a:pathLst>
              <a:path h="5709113" w="12010550">
                <a:moveTo>
                  <a:pt x="0" y="0"/>
                </a:moveTo>
                <a:lnTo>
                  <a:pt x="12010551" y="0"/>
                </a:lnTo>
                <a:lnTo>
                  <a:pt x="12010551" y="5709113"/>
                </a:lnTo>
                <a:lnTo>
                  <a:pt x="0" y="57091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1021" t="-54944" r="-2429" b="-157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37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96265" y="1301136"/>
            <a:ext cx="14695471" cy="8192725"/>
          </a:xfrm>
          <a:custGeom>
            <a:avLst/>
            <a:gdLst/>
            <a:ahLst/>
            <a:cxnLst/>
            <a:rect r="r" b="b" t="t" l="l"/>
            <a:pathLst>
              <a:path h="8192725" w="14695471">
                <a:moveTo>
                  <a:pt x="0" y="0"/>
                </a:moveTo>
                <a:lnTo>
                  <a:pt x="14695470" y="0"/>
                </a:lnTo>
                <a:lnTo>
                  <a:pt x="14695470" y="8192725"/>
                </a:lnTo>
                <a:lnTo>
                  <a:pt x="0" y="8192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0347" y="1225553"/>
            <a:ext cx="16459200" cy="876300"/>
            <a:chOff x="0" y="0"/>
            <a:chExt cx="219456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5979" r="0" b="-3159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07678" y="6950078"/>
            <a:ext cx="6035678" cy="1006478"/>
            <a:chOff x="0" y="0"/>
            <a:chExt cx="8047571" cy="13419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7565" cy="1341965"/>
            </a:xfrm>
            <a:custGeom>
              <a:avLst/>
              <a:gdLst/>
              <a:ahLst/>
              <a:cxnLst/>
              <a:rect r="r" b="b" t="t" l="l"/>
              <a:pathLst>
                <a:path h="1341965" w="8047565">
                  <a:moveTo>
                    <a:pt x="0" y="0"/>
                  </a:moveTo>
                  <a:lnTo>
                    <a:pt x="8047565" y="0"/>
                  </a:lnTo>
                  <a:lnTo>
                    <a:pt x="8047565" y="1341965"/>
                  </a:lnTo>
                  <a:lnTo>
                    <a:pt x="0" y="134196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48" r="0" b="-6684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8047571" cy="135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CONCLUSION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91228" y="1644729"/>
            <a:ext cx="6743957" cy="6203871"/>
            <a:chOff x="0" y="0"/>
            <a:chExt cx="8991943" cy="8271828"/>
          </a:xfrm>
        </p:grpSpPr>
        <p:sp>
          <p:nvSpPr>
            <p:cNvPr name="Freeform 13" id="13" descr="A blue circle with a pencil and paper with a star on it  AI-generated content may be incorrect."/>
            <p:cNvSpPr/>
            <p:nvPr/>
          </p:nvSpPr>
          <p:spPr>
            <a:xfrm flipH="false" flipV="false" rot="0">
              <a:off x="0" y="0"/>
              <a:ext cx="8991981" cy="8271764"/>
            </a:xfrm>
            <a:custGeom>
              <a:avLst/>
              <a:gdLst/>
              <a:ahLst/>
              <a:cxnLst/>
              <a:rect r="r" b="b" t="t" l="l"/>
              <a:pathLst>
                <a:path h="8271764" w="8991981">
                  <a:moveTo>
                    <a:pt x="0" y="0"/>
                  </a:moveTo>
                  <a:lnTo>
                    <a:pt x="8991981" y="0"/>
                  </a:lnTo>
                  <a:lnTo>
                    <a:pt x="8991981" y="8271764"/>
                  </a:lnTo>
                  <a:lnTo>
                    <a:pt x="0" y="827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3156" t="-59829" r="-56144" b="-6769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1990" y="2392042"/>
            <a:ext cx="10389870" cy="801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successfully demonstrates how payroll data cleaning and financial analysis can convert raw employee records into meaningful business insights.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✔ Achievements:-</a:t>
            </a:r>
          </a:p>
          <a:p>
            <a:pPr algn="l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Cleaned and standardized payroll dataset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Removed duplicate and inconsistent records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Built interactive payroll dashboard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Created charts for salary analysis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 Generated AI-assisted insights using ChatGPT and Microsoft Copilot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2318" y="2135715"/>
            <a:ext cx="16459200" cy="879472"/>
            <a:chOff x="0" y="0"/>
            <a:chExt cx="21945600" cy="11726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172635"/>
            </a:xfrm>
            <a:custGeom>
              <a:avLst/>
              <a:gdLst/>
              <a:ahLst/>
              <a:cxnLst/>
              <a:rect r="r" b="b" t="t" l="l"/>
              <a:pathLst>
                <a:path h="117263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2635"/>
                  </a:lnTo>
                  <a:lnTo>
                    <a:pt x="0" y="11726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4658" r="0" b="-3146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182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B3A8A"/>
                  </a:solidFill>
                  <a:latin typeface="Lato Bold"/>
                  <a:ea typeface="Lato Bold"/>
                  <a:cs typeface="Lato Bold"/>
                  <a:sym typeface="Lato Bold"/>
                </a:rPr>
                <a:t>   Future Scope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55976" y="3380737"/>
            <a:ext cx="10526392" cy="690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payroll dataset with monthly and yearly payroll records.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predictive analytics for salary forecasting.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employee performance and attendance analysis.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dashboards on cloud-based BI platforms.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payroll analysis with HR management systems.</a:t>
            </a: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407653" y="2282963"/>
            <a:ext cx="7162800" cy="5372100"/>
            <a:chOff x="0" y="0"/>
            <a:chExt cx="9550400" cy="716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50400" cy="7162800"/>
            </a:xfrm>
            <a:custGeom>
              <a:avLst/>
              <a:gdLst/>
              <a:ahLst/>
              <a:cxnLst/>
              <a:rect r="r" b="b" t="t" l="l"/>
              <a:pathLst>
                <a:path h="7162800" w="9550400">
                  <a:moveTo>
                    <a:pt x="0" y="0"/>
                  </a:moveTo>
                  <a:lnTo>
                    <a:pt x="9550400" y="0"/>
                  </a:lnTo>
                  <a:lnTo>
                    <a:pt x="9550400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947272"/>
            <a:ext cx="18288000" cy="339728"/>
          </a:xfrm>
          <a:custGeom>
            <a:avLst/>
            <a:gdLst/>
            <a:ahLst/>
            <a:cxnLst/>
            <a:rect r="r" b="b" t="t" l="l"/>
            <a:pathLst>
              <a:path h="339728" w="18288000">
                <a:moveTo>
                  <a:pt x="0" y="0"/>
                </a:moveTo>
                <a:lnTo>
                  <a:pt x="18288000" y="0"/>
                </a:lnTo>
                <a:lnTo>
                  <a:pt x="18288000" y="339728"/>
                </a:lnTo>
                <a:lnTo>
                  <a:pt x="0" y="33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85775"/>
            <a:ext cx="18288000" cy="1333500"/>
          </a:xfrm>
          <a:custGeom>
            <a:avLst/>
            <a:gdLst/>
            <a:ahLst/>
            <a:cxnLst/>
            <a:rect r="r" b="b" t="t" l="l"/>
            <a:pathLst>
              <a:path h="1333500" w="18288000">
                <a:moveTo>
                  <a:pt x="0" y="0"/>
                </a:moveTo>
                <a:lnTo>
                  <a:pt x="18288000" y="0"/>
                </a:lnTo>
                <a:lnTo>
                  <a:pt x="18288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0050" y="111128"/>
            <a:ext cx="1930403" cy="625478"/>
            <a:chOff x="0" y="0"/>
            <a:chExt cx="2573871" cy="833971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573909" cy="834009"/>
            </a:xfrm>
            <a:custGeom>
              <a:avLst/>
              <a:gdLst/>
              <a:ahLst/>
              <a:cxnLst/>
              <a:rect r="r" b="b" t="t" l="l"/>
              <a:pathLst>
                <a:path h="834009" w="2573909">
                  <a:moveTo>
                    <a:pt x="0" y="0"/>
                  </a:moveTo>
                  <a:lnTo>
                    <a:pt x="2573909" y="0"/>
                  </a:lnTo>
                  <a:lnTo>
                    <a:pt x="2573909" y="834009"/>
                  </a:lnTo>
                  <a:lnTo>
                    <a:pt x="0" y="83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3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0" y="6035678"/>
            <a:ext cx="14630400" cy="822322"/>
            <a:chOff x="0" y="0"/>
            <a:chExt cx="19507200" cy="1096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096432"/>
            </a:xfrm>
            <a:custGeom>
              <a:avLst/>
              <a:gdLst/>
              <a:ahLst/>
              <a:cxnLst/>
              <a:rect r="r" b="b" t="t" l="l"/>
              <a:pathLst>
                <a:path h="1096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6432"/>
                  </a:lnTo>
                  <a:lnTo>
                    <a:pt x="0" y="10964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668" r="0" b="-29666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507200" cy="1105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spc="3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AICW Fellowship  |  Student Project Presentation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7131053"/>
            <a:ext cx="14630400" cy="641347"/>
            <a:chOff x="0" y="0"/>
            <a:chExt cx="19507200" cy="8551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855133"/>
            </a:xfrm>
            <a:custGeom>
              <a:avLst/>
              <a:gdLst/>
              <a:ahLst/>
              <a:cxnLst/>
              <a:rect r="r" b="b" t="t" l="l"/>
              <a:pathLst>
                <a:path h="855133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5133"/>
                  </a:lnTo>
                  <a:lnTo>
                    <a:pt x="0" y="8551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4490" r="0" b="-3944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507200" cy="864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 LinkedIn  |   Edunet Foundation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493768" y="2806579"/>
            <a:ext cx="7300465" cy="322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6"/>
              </a:lnSpc>
            </a:pPr>
            <a:r>
              <a:rPr lang="en-US" b="true" sz="10800" spc="-50">
                <a:solidFill>
                  <a:srgbClr val="30569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DAHJMMXMYNU</dc:identifier>
  <dcterms:modified xsi:type="dcterms:W3CDTF">2011-08-01T06:04:30Z</dcterms:modified>
  <cp:revision>1</cp:revision>
  <dc:title>Employee Payroll Presentation</dc:title>
</cp:coreProperties>
</file>